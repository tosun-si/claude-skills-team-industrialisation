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skill = un dossier, un SKILL.md, le standard ouvert Agent Skills (agentskills.io). La description sert de déclencheur : l'agent la voit en permanence, et ne lit le corps que si la tâche matche. C'est la progressive disclosure. Lu tel quel par Claude Code, Copilot, Cursor, Codex, Gemini CLI.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s'appuie sur des standards ouverts, rien de propre à un outil. Un skill, c'est un dossier avec un SKILL.md : le même fichier est lu par Claude Code, Copilot, Cursor, Codex ou Gemini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 story : un skill Terragrunt référençait run-all, remplacé par run --all. Péremption factuelle, parfaite pour un scan IA. La péremption de jugement — est-ce encore notre convention ? — reste humaine. 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sp>
        <p:nvSpPr>
          <p:cNvPr id="17" name="Rounded Rectangle 16"/>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uillaume.png"/>
          <p:cNvPicPr>
            <a:picLocks noChangeAspect="1"/>
          </p:cNvPicPr>
          <p:nvPr/>
        </p:nvPicPr>
        <p:blipFill>
          <a:blip r:embed="rId5"/>
          <a:stretch>
            <a:fillRect/>
          </a:stretch>
        </p:blipFill>
        <p:spPr>
          <a:xfrm>
            <a:off x="6629400" y="2011680"/>
            <a:ext cx="1737360" cy="1737360"/>
          </a:xfrm>
          <a:prstGeom prst="ellipse">
            <a:avLst/>
          </a:prstGeom>
        </p:spPr>
      </p:pic>
      <p:sp>
        <p:nvSpPr>
          <p:cNvPr id="21" name="TextBox 20"/>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2" name="Hexagon 21"/>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4" name="Hexagon 23"/>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6" name="Hexagon 25"/>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8" name="bee_cool.png" descr="bee_cool.png"/>
          <p:cNvPicPr>
            <a:picLocks noChangeAspect="1"/>
          </p:cNvPicPr>
          <p:nvPr/>
        </p:nvPicPr>
        <p:blipFill>
          <a:blip r:embed="rId7"/>
          <a:stretch>
            <a:fillRect/>
          </a:stretch>
        </p:blipFill>
        <p:spPr>
          <a:xfrm rot="480000">
            <a:off x="10744200" y="228600"/>
            <a:ext cx="997857" cy="1005840"/>
          </a:xfrm>
          <a:prstGeom prst="rect">
            <a:avLst/>
          </a:prstGeom>
        </p:spPr>
      </p:pic>
      <p:pic>
        <p:nvPicPr>
          <p:cNvPr id="29" name="bee_grad.png" descr="bee_grad.png"/>
          <p:cNvPicPr>
            <a:picLocks noChangeAspect="1"/>
          </p:cNvPicPr>
          <p:nvPr/>
        </p:nvPicPr>
        <p:blipFill>
          <a:blip r:embed="rId8"/>
          <a:stretch>
            <a:fillRect/>
          </a:stretch>
        </p:blipFill>
        <p:spPr>
          <a:xfrm rot="21240000">
            <a:off x="10607040" y="4663440"/>
            <a:ext cx="840441" cy="1143000"/>
          </a:xfrm>
          <a:prstGeom prst="rect">
            <a:avLst/>
          </a:prstGeom>
        </p:spPr>
      </p:pic>
      <p:pic>
        <p:nvPicPr>
          <p:cNvPr id="30" name="logo.png" descr="logo.png"/>
          <p:cNvPicPr>
            <a:picLocks noChangeAspect="1"/>
          </p:cNvPicPr>
          <p:nvPr/>
        </p:nvPicPr>
        <p:blipFill>
          <a:blip r:embed="rId9"/>
          <a:stretch>
            <a:fillRect/>
          </a:stretch>
        </p:blipFill>
        <p:spPr>
          <a:xfrm>
            <a:off x="566928" y="6263640"/>
            <a:ext cx="899514" cy="274320"/>
          </a:xfrm>
          <a:prstGeom prst="rect">
            <a:avLst/>
          </a:prstGeom>
        </p:spPr>
      </p:pic>
      <p:sp>
        <p:nvSpPr>
          <p:cNvPr id="31" name="TextBox 30"/>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p:cTn id="7" dur="500" fill="hold"/>
                                        <p:tgtEl>
                                          <p:spTgt spid="28"/>
                                        </p:tgtEl>
                                        <p:attrNameLst>
                                          <p:attrName>ppt_w</p:attrName>
                                        </p:attrNameLst>
                                      </p:cBhvr>
                                      <p:tavLst>
                                        <p:tav tm="0">
                                          <p:val>
                                            <p:fltVal val="0"/>
                                          </p:val>
                                        </p:tav>
                                        <p:tav tm="100000">
                                          <p:val>
                                            <p:strVal val="#ppt_w"/>
                                          </p:val>
                                        </p:tav>
                                      </p:tavLst>
                                    </p:anim>
                                    <p:anim calcmode="lin" valueType="num">
                                      <p:cBhvr>
                                        <p:cTn id="8" dur="500" fill="hold"/>
                                        <p:tgtEl>
                                          <p:spTgt spid="28"/>
                                        </p:tgtEl>
                                        <p:attrNameLst>
                                          <p:attrName>ppt_h</p:attrName>
                                        </p:attrNameLst>
                                      </p:cBhvr>
                                      <p:tavLst>
                                        <p:tav tm="0">
                                          <p:val>
                                            <p:fltVal val="0"/>
                                          </p:val>
                                        </p:tav>
                                        <p:tav tm="100000">
                                          <p:val>
                                            <p:strVal val="#ppt_h"/>
                                          </p:val>
                                        </p:tav>
                                      </p:tavLst>
                                    </p:anim>
                                    <p:animEffect transition="in" filter="fade">
                                      <p:cBhvr>
                                        <p:cTn id="9" dur="500"/>
                                        <p:tgtEl>
                                          <p:spTgt spid="28"/>
                                        </p:tgtEl>
                                      </p:cBhvr>
                                    </p:animEffect>
                                  </p:childTnLst>
                                </p:cTn>
                              </p:par>
                              <p:par>
                                <p:cTn id="10" presetID="53" presetClass="entr" presetSubtype="16" fill="hold" nodeType="with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p:cTn id="12" dur="500" fill="hold"/>
                                        <p:tgtEl>
                                          <p:spTgt spid="29"/>
                                        </p:tgtEl>
                                        <p:attrNameLst>
                                          <p:attrName>ppt_w</p:attrName>
                                        </p:attrNameLst>
                                      </p:cBhvr>
                                      <p:tavLst>
                                        <p:tav tm="0">
                                          <p:val>
                                            <p:fltVal val="0"/>
                                          </p:val>
                                        </p:tav>
                                        <p:tav tm="100000">
                                          <p:val>
                                            <p:strVal val="#ppt_w"/>
                                          </p:val>
                                        </p:tav>
                                      </p:tavLst>
                                    </p:anim>
                                    <p:anim calcmode="lin" valueType="num">
                                      <p:cBhvr>
                                        <p:cTn id="13" dur="500" fill="hold"/>
                                        <p:tgtEl>
                                          <p:spTgt spid="29"/>
                                        </p:tgtEl>
                                        <p:attrNameLst>
                                          <p:attrName>ppt_h</p:attrName>
                                        </p:attrNameLst>
                                      </p:cBhvr>
                                      <p:tavLst>
                                        <p:tav tm="0">
                                          <p:val>
                                            <p:fltVal val="0"/>
                                          </p:val>
                                        </p:tav>
                                        <p:tav tm="100000">
                                          <p:val>
                                            <p:strVal val="#ppt_h"/>
                                          </p:val>
                                        </p:tav>
                                      </p:tavLst>
                                    </p:anim>
                                    <p:animEffect transition="in" filter="fade">
                                      <p:cBhvr>
                                        <p:cTn id="1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Gemini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22/28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24/28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Ce qu'on retient de Google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28/28</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